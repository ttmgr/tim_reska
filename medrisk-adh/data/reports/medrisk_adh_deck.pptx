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</a:defRPr>
            </a:pPr>
            <a:r>
              <a:t>Tim Reska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472C4"/>
                </a:solidFill>
              </a:defRPr>
            </a:pPr>
            <a:r>
              <a:t>AI-Augmented Medical Underwriting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What I built in 48 hours with Claude to show you what's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PhD Helmholtz Munich  |  github.com/ttmgr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11277295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My published pipeline exposed 'plausible but wrong' LLM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72C4"/>
                </a:solidFill>
              </a:defRPr>
            </a:pPr>
            <a:r>
              <a:t>PhD Helmholtz Munich &amp; TU Munich  |  github.com/ttmgr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Research &amp; Publications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8 peer-reviewed publications including Nature Communications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22,000+ accesses, 43+ citations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Invited speaker: ETH Zurich, Cambridge, TUM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PhD thesis: real-time genomics for pathogen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AI &amp; Claude Expertise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36-month LLM evaluation: 22 models (GPT, Claude, Gemini)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Observed 'plausible but wrong' across all 3 LLM families (22 models)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Integrated Claude + MCP into live pipelines (-40% dev time)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10 modular pipelines deployed across 7 sites in DE/FR/ES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</a:defRPr>
            </a:pPr>
            <a:r>
              <a:t>I applied my PBW research to medical underwriting -- and built the proof in 48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Source: ISME Communications 2024, Helmholtz Munich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11277295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Underwriting models are confidently wrong when data quality is poor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72C4"/>
                </a:solidFill>
              </a:defRPr>
            </a:pPr>
            <a:r>
              <a:t>I found the same failure mode in genomics AI -- and it applies directly to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The failure mode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Model scores patient as '78% high risk' based on 3 diagnoses, no labs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Score looks right -- passes every sanity check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But it's echoing training data averages, not this patient's reality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I call this 'Plausible but Wrong' (ISME Communications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At portfolio scale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100,000 decisions/year x 2% PBW = 2,000 mispriced policies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Invisible in standard metrics (AUC, Brier score look fine)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EU AI Act 2024: Art. 14+15 require per-case reliability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No production system today validates this at individual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Source: ISME Communications 2024; EU AI Act Regulation 2024/1689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11277295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I built a working underwriting system in 48 hours to show you what's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72C4"/>
                </a:solidFill>
              </a:defRPr>
            </a:pPr>
            <a:r>
              <a:t>Not a slide deck -- a running application with 231 tests and every number verified against PubMed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2367" y="256032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</a:defRPr>
            </a:pPr>
            <a:r>
              <a:t>Patient</a:t>
            </a:r>
            <a:br/>
            <a:r>
              <a:t>Record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49727" y="2880360"/>
            <a:ext cx="320040" cy="0"/>
          </a:xfrm>
          <a:prstGeom prst="line">
            <a:avLst/>
          </a:prstGeom>
          <a:ln w="127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69767" y="2560320"/>
            <a:ext cx="173736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</a:defRPr>
            </a:pPr>
            <a:r>
              <a:t>Data Quality</a:t>
            </a:r>
            <a:br/>
            <a:r>
              <a:t>Score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07127" y="2880360"/>
            <a:ext cx="320040" cy="0"/>
          </a:xfrm>
          <a:prstGeom prst="line">
            <a:avLst/>
          </a:prstGeom>
          <a:ln w="127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27167" y="2560320"/>
            <a:ext cx="173736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</a:defRPr>
            </a:pPr>
            <a:r>
              <a:t>Model</a:t>
            </a:r>
            <a:br/>
            <a:r>
              <a:t>Router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64527" y="2880360"/>
            <a:ext cx="320040" cy="0"/>
          </a:xfrm>
          <a:prstGeom prst="line">
            <a:avLst/>
          </a:prstGeom>
          <a:ln w="127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84567" y="2560320"/>
            <a:ext cx="173736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</a:defRPr>
            </a:pPr>
            <a:r>
              <a:t>P(wrong)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21927" y="2880360"/>
            <a:ext cx="320040" cy="0"/>
          </a:xfrm>
          <a:prstGeom prst="line">
            <a:avLst/>
          </a:prstGeom>
          <a:ln w="127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41967" y="256032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A1A1A"/>
                </a:solidFill>
              </a:defRPr>
            </a:pPr>
            <a: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Scores data quality BEFORE the model runs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Routes to the right model for available data (no imputation)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Estimates P(wrong) and makes cost-optimal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How I built it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Claude as co-pilot for architecture, coding, and testing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LLM agents for PubMed literature verification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Same AI workflow I'd use at Allianz -- but with real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Source: MedRisk-ADH v2.0 system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11277295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International markets show 2.4x higher mispricing risk than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72C4"/>
                </a:solidFill>
              </a:defRPr>
            </a:pPr>
            <a:r>
              <a:t>4 European markets, controlled data quality degradation -- the same 3 countries I worked in for genomics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03120"/>
          <a:ext cx="9144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1A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1A"/>
                          </a:solidFill>
                        </a:defRPr>
                      </a:pPr>
                      <a:r>
                        <a:t>Data Quality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1A"/>
                          </a:solidFill>
                        </a:defRPr>
                      </a:pPr>
                      <a:r>
                        <a:t>Mean DQS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1A"/>
                          </a:solidFill>
                        </a:defRPr>
                      </a:pPr>
                      <a:r>
                        <a:t>PBW Flag Rate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Germany (DE)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 (95% coding, 92% labs)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France (FR)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Good (90% coding, 88% labs)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Spain (ES)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Medium (80% coding, 75% labs)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International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Low (60% coding, 50% labs)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15759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</a:defRPr>
            </a:pPr>
            <a:r>
              <a:t>The worst market has 2.4x the mispricing risk -- and standard metrics don't see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Source: MedRisk-ADH synthetic cohort, N=4,000 (1,000/market), seed=42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11277295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I added Alzheimer's disease in one config file to prove the framework generalises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72C4"/>
                </a:solidFill>
              </a:defRPr>
            </a:pPr>
            <a:r>
              <a:t>7 states from normal cognition to death -- all transition rates verified against PubMed systematic reviews</a:t>
            </a:r>
          </a:p>
        </p:txBody>
      </p:sp>
      <p:pic>
        <p:nvPicPr>
          <p:cNvPr id="5" name="Picture 4" descr="tmpxfzz3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8580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Added as config: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8 ICD-10 codes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4 biomarkers (MMSE, MoCA, CSF)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4 medications (ATC-coded)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ApoE4 risk modifier</a:t>
            </a:r>
          </a:p>
          <a:p>
            <a:pPr>
              <a:spcBef>
                <a:spcPts val="400"/>
              </a:spcBef>
              <a:defRPr sz="1200">
                <a:solidFill>
                  <a:srgbClr val="70AD47"/>
                </a:solidFill>
              </a:defRPr>
            </a:pPr>
            <a:r>
              <a:t>Zero changes to the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Source: Petersen et al. NEJM 2018, Brookmeyer et al., NACC-UDS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11277295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AI-driven underwriting solves five problems current methods cannot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What you need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Rules / Actuarial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Basic ML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What I build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Know when to trust the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70AD47"/>
                          </a:solidFill>
                        </a:defRPr>
                      </a:pPr>
                      <a:r>
                        <a:t>DQS + P(wrong) per case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Handle incomplete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15759"/>
                          </a:solidFill>
                        </a:defRPr>
                      </a:pPr>
                      <a:r>
                        <a:t>Impute (creates PBW)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70AD47"/>
                          </a:solidFill>
                        </a:defRPr>
                      </a:pPr>
                      <a:r>
                        <a:t>Route to right model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Explain each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70AD47"/>
                          </a:solidFill>
                        </a:defRPr>
                      </a:pPr>
                      <a:r>
                        <a:t>SHAP per patient + audit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Model disease progression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Static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70AD47"/>
                          </a:solidFill>
                        </a:defRPr>
                      </a:pPr>
                      <a:r>
                        <a:t>CTMC for any disease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EU AI Act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15759"/>
                          </a:solidFill>
                        </a:defRPr>
                      </a:pPr>
                      <a:r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70AD47"/>
                          </a:solidFill>
                        </a:defRPr>
                      </a:pPr>
                      <a:r>
                        <a:t>Built in from day 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Phase 3: LLM agents extract structured data from doctor notes across languages, generate natural language risk explanations, and continuously verify parameters against new literature.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Source: MedRisk-ADH v2.0 capability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11277295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This is how I work: one person + Claude = output of a 5-person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72C4"/>
                </a:solidFill>
              </a:defRPr>
            </a:pPr>
            <a:r>
              <a:t>3 years of Claude evaluation taught me exactly where AI works and where it needs human expertise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I define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PBW in underwriting -- from my own published research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Claude builds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246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Pipeline, models, tests, app -- 21,000 lines in 48 hours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I verify the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LLM agents query PubMed -- I validate against domain knowledge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83479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834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Claude handles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9834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231 tests, 4 markets, 2 diseases, fact-checked, EU AI Act ready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I make the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852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Architecture, clinical thresholds, what to show, what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Source: ISME Communications 2024, Helmholtz Munich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11277295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In 90 days I'd deliver calibrated PBW detection on real Allianz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29184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472C4"/>
                </a:solidFill>
              </a:defRPr>
            </a:pPr>
            <a:r>
              <a:t>Month 1</a:t>
            </a:r>
          </a:p>
          <a:p>
            <a:pPr>
              <a:spcBef>
                <a:spcPts val="600"/>
              </a:spcBef>
              <a:defRPr sz="1800" b="1">
                <a:solidFill>
                  <a:srgbClr val="1A1A1A"/>
                </a:solidFill>
              </a:defRPr>
            </a:pPr>
            <a:r>
              <a:t>Audit &amp; Map</a:t>
            </a:r>
          </a:p>
          <a:p>
            <a:pPr>
              <a:spcBef>
                <a:spcPts val="1000"/>
              </a:spcBef>
              <a:defRPr sz="1100">
                <a:solidFill>
                  <a:srgbClr val="333333"/>
                </a:solidFill>
              </a:defRPr>
            </a:pPr>
            <a:r>
              <a:t>Audit current underwriting pipeline for PBW risk. Map data quality across Allianz markets. Identify the 3 highest-impact failure modes.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554480"/>
            <a:ext cx="329184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472C4"/>
                </a:solidFill>
              </a:defRPr>
            </a:pPr>
            <a:r>
              <a:t>Month 2</a:t>
            </a:r>
          </a:p>
          <a:p>
            <a:pPr>
              <a:spcBef>
                <a:spcPts val="600"/>
              </a:spcBef>
              <a:defRPr sz="1800" b="1">
                <a:solidFill>
                  <a:srgbClr val="1A1A1A"/>
                </a:solidFill>
              </a:defRPr>
            </a:pPr>
            <a:r>
              <a:t>Calibrate &amp; Train</a:t>
            </a:r>
          </a:p>
          <a:p>
            <a:pPr>
              <a:spcBef>
                <a:spcPts val="1000"/>
              </a:spcBef>
              <a:defRPr sz="1100">
                <a:solidFill>
                  <a:srgbClr val="333333"/>
                </a:solidFill>
              </a:defRPr>
            </a:pPr>
            <a:r>
              <a:t>Calibrate DQS on real Allianz data. Retrain model router on actual data profiles. Deliver first real-data PBW prevalence estimate by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554480"/>
            <a:ext cx="329184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472C4"/>
                </a:solidFill>
              </a:defRPr>
            </a:pPr>
            <a:r>
              <a:t>Month 3</a:t>
            </a:r>
          </a:p>
          <a:p>
            <a:pPr>
              <a:spcBef>
                <a:spcPts val="600"/>
              </a:spcBef>
              <a:defRPr sz="1800" b="1">
                <a:solidFill>
                  <a:srgbClr val="1A1A1A"/>
                </a:solidFill>
              </a:defRPr>
            </a:pPr>
            <a:r>
              <a:t>Ship &amp; Document</a:t>
            </a:r>
          </a:p>
          <a:p>
            <a:pPr>
              <a:spcBef>
                <a:spcPts val="1000"/>
              </a:spcBef>
              <a:defRPr sz="1100">
                <a:solidFill>
                  <a:srgbClr val="333333"/>
                </a:solidFill>
              </a:defRPr>
            </a:pPr>
            <a:r>
              <a:t>Production prototype: REST API for per-case quality scoring. Validated PBW detection rates. EU AI Act compliance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</a:defRPr>
            </a:pPr>
            <a:r>
              <a:t>I built this proof of concept in 48 hours. Imagine what I do with real data and 90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Source: MedRisk-ADH project plan,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</a:defRPr>
            </a:pPr>
            <a:r>
              <a:t>Let's build this together.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Tim Reska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PhD Helmholtz Munich  |  8 publications  |  3 years evaluating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72C4"/>
                </a:solidFill>
              </a:defRPr>
            </a:pPr>
            <a:r>
              <a:t>timreska@gmail.com  |  github.com/ttmgr  |  linkedin.com/in/timreska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All data in this demo is synthetic. The system, the science, and the skills are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